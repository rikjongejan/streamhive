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0972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310896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A623"/>
                </a:solidFill>
              </a:rPr>
              <a:t>StreamHive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Een video-platform gebouwd met PHP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BB"/>
                </a:solidFill>
              </a:rPr>
              <a:t>UML  ·  ERD  ·  OOP-principes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A623"/>
                </a:solidFill>
              </a:rPr>
              <a:t>Wat is OOP?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Klasse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Een klasse is een blauwdruk.
Bijvoorbeeld: UserModel is een klasse die alles regelt rondom gebruikers in de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88720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Een object is een instantie van een klasse.
new UserModel($pdo)
Maak je een object aan van UserModel.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Eigenschappen
(Properties)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Variabelen die bij een klasse horen.
private PDO $pdo
private UserModel $userModel
Alleen de klasse zelf kan erbij.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749039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88620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Methoden
(Methods)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38912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Functies die bij een klasse horen.
public function login()
public function upload()
Vertellen wat een object kan doen.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A623"/>
                </a:solidFill>
              </a:rPr>
              <a:t>OOP in StreamHive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BB"/>
                </a:solidFill>
              </a:rPr>
              <a:t>Elke laag is een aparte klasse — netjes gescheiden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886200" cy="50292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4884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Vangt de HTTP-aanvraag op
Checkt of je ingelogd bent
Gooit data naar de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3566160"/>
            <a:ext cx="3611880" cy="9144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AuthController  VideoController
UserController  LikeController
CommentController  SubscriptionController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6177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Klasse per bestand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96519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private / 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531266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$this-&gt; en self::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463040"/>
            <a:ext cx="3886200" cy="50292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544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4884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Bevat de logica
Valideert invoer
Verwerkt bestanden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566160"/>
            <a:ext cx="3611880" cy="9144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6118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AuthService  VideoService
UserService  LikeService
CommentService  SubscriptionService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6177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Klasse per bestand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6519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private /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31266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$this-&gt; en self::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463040"/>
            <a:ext cx="3886200" cy="50292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15544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14884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Praat met de database
Alleen SELECT / INSERT /
UPDATE / DELETE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3611880" cy="9144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6118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UserModel  VideoModel
LikeModel  CommentModel
SubscriptionModel  CategoryModel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6177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Klasse per bestand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96519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private /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531266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FFAA"/>
                </a:solidFill>
              </a:rPr>
              <a:t>✔  $this-&gt; en self::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A623"/>
                </a:solidFill>
              </a:rPr>
              <a:t>UML — Klasse-diagram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BB"/>
                </a:solidFill>
              </a:rPr>
              <a:t>Alle klassen, eigenschappen en methoden van StreamHive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4552" cy="52120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A623"/>
                </a:solidFill>
              </a:rPr>
              <a:t>⚠  Sla je UML-afbeelding op als:
C:\Xampppp\htdocs\GitHub\StreamHive\uml.png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A623"/>
                </a:solidFill>
              </a:rPr>
              <a:t>ERD — Database-diagram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BB"/>
                </a:solidFill>
              </a:rPr>
              <a:t>Alle tabellen, kolommen en relaties in de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4552" cy="52120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A623"/>
                </a:solidFill>
              </a:rPr>
              <a:t>⚠  Sla je ERD-afbeelding op als:
C:\Xampppp\htdocs\GitHub\StreamHive\erd.png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A623"/>
                </a:solidFill>
              </a:rPr>
              <a:t>Conclusie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🏗  Structuur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Elke PHP-klasse heeft één taak.
Controller → Service → Model → Database.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88720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🔒  OOP-regels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private voor properties, public voor methoden.
$this-&gt; voor instantiemethoden, self:: voor statische methoden.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🛡  Veiligheid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password_hash() en password_verify() voor wachtwoorden.
Prepared statements tegen SQL-injectie.
htmlspecialchars() tegen XSS.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49039"/>
            <a:ext cx="571500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86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📐  ERD &amp; UML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34840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ERD toont de databasetabellen en hun relaties.
UML toont de PHP-klassen en hun methoden.
Beide komen overeen met de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